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A7B8C"/>
                </a:solidFill>
              </a:defRPr>
            </a:pPr>
            <a:r>
              <a:t>MODULE 1 — JANUARY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AF8F5"/>
                </a:solidFill>
              </a:defRPr>
            </a:pPr>
            <a:r>
              <a:t>Break Through</a:t>
            </a:r>
            <a:br/>
            <a:r>
              <a:t>Career Plateaus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Transform stagnation into strategic momentum. Build the clarity, confidence, and visibility to reach your next level.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You're Not Stuck.</a:t>
            </a:r>
            <a:br/>
            <a:r>
              <a:t>You're Ready to Elevate.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If you've been doing the work but not getting the recognition, moving but not advancing, or leading but feeling invisible—this module is your breakthrough moment.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What You'll Gain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Diagnose Your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Identify exactly what type of plateau you're experiencing and the root causes holding you back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Build Your Growth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Create a strategic 90-day plan with clear milestones and accountability checkpoints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Take Your First Moves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Leave with three concrete actions you can execute in the next 14 days to build momentum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Working Hard ≠ Moving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You've been told to put your head down and deliver. But excellence alone doesn't create advancement.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The Visibility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Your work speaks for itself—but it's speaking to the wrong people, or not at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The Hustle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77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More work won't get you promoted. Strategic positioning will.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83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The Access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3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Without sponsors in the room, opportunity finds someone else.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The Three Career Plateaus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Every plateau falls into one of three categories. Understanding yours is the first step to breaking 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Skill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You've maxed out your current capabilities. Growth requires new skills, experiences, or credentials.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Role Plateau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77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Your position has a ceiling. No room to grow, limited scope, or organizational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83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Identity Plateau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3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Internal barriers—imposter syndrome, perfectionism, or playing small—are holding you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Skill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When your expertise brought you here, but won't take you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Signs You're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Known as "the expert" but passed over for leadership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Your strengths feel outdated or too narrow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Lack of exposure to strategic work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Comfort zone has become a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The Breakthrough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Identify 2-3 skills needed for your next role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Seek stretch assignments, not just promotions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Build cross-functional exposure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Reposition your brand around future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Role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When the role itself has no runway—not your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Signs You're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Your manager has nowhere to go either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The org is flat or restructuring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Budget constraints limit new positions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You've outgrown the scope but can't 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The Breakthrough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Explore lateral moves with growth potential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Consider adjacent departments or functions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Build visibility outside your team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Know when it's time to pivot externally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Identity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When the barrier isn't skill or opportunity—it's self-perception.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Signs You're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Imposter syndrome despite track record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Perfectionism delays action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Fear of visibility or failure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Shrinking to fit, not standing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The Breakthrough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Challenge the internal narrative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Take "messy action"—done beats perfect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Build evidence of your capability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Step into visibility before you feel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>
                <a:solidFill>
                  <a:srgbClr val="D4A574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1A1A1A"/>
                </a:solidFill>
              </a:defRPr>
            </a:pPr>
            <a:r>
              <a:t>The ceiling you're hitting isn't made of glass. It's made of stories you've been told—and stories you tell yourself.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What's Driving Your Plateau?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Unclear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No defined "next best role" or direction makes it impossible to move strategically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Unclear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Can't articulate your unique value or what you bring that others don't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Low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Working hard but decision-makers don't know your name or your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Weak Sponsorship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No one with power is advocating for you when opportunities arise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Over-Functioning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 busy doing everyone's work that there's no bandwidth for your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Fear and Avoidance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Avoiding the conversations, risks, or visibility that advancement requires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SELF-ASSESSMENT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Plateau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Time to get honest about where you are. Use the Plateau Diagnostic worksheet to identify your primary plateau type and top drivers.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  <a:r>
              <a:t>Part 1: Check all statements that feel true right now. Be honest—this is for your eyes only.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  <a:r>
              <a:t>Part 2: Notice which category has the most checkmarks—that's your primary plateau zone.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  <a:r>
              <a:t>Time: 5–7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PATTERN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The Stuck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Most plateaus follow a predictable pattern. Breaking free starts with recognizing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  <a:r>
              <a:t>Trigger → Thought → Emotion → Behavior → Outcome → (Repeat)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</a:defRPr>
            </a:pPr>
            <a:r>
              <a:t>Example: Asked to present → "I'll mess this up" → Anxiety → Over-prepare, speak fast → "Fine" but invisible → Reinforces doubt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Map Your Stuck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Using the Stuck Loop worksheet, identify the pattern that keeps repeating. Then design a new choice.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Identify Your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What trigger, thought, emotion, behavior, and outcome keep repeating?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Design Your New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What new thought or behavior could interrupt this pattern?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Name Your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What reminder, tool, or accountability would help you make a different choice?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STRATEGIC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Your Career 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 structured approach to move from where you are to where you want to be. Follow these six steps in order.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North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Define your "next best role" and what success looks like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Current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Honest assessment of where you are and what's blocking progress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Strengths &amp;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What to leverage and what to develop for the next level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29768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90-Day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2-3 focused objectives with clear success measures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12064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5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206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First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406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Concrete actions for the next 14 days to build momentum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9436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943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263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Who will hold you to this and how often will you check 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DEEP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Build Your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Work through each section of the Career Growth Roadmap. Be specific—this document guides your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Key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What is my next best role?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What must be true in 6-12 months?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What are my top 3 strengths?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What 2 gaps must I close?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What 3 actions start this week?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Guidance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94560"/>
            <a:ext cx="347472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Be specific—"get promoted" isn't a goal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Make it measurable—how will you know?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Focus on what you can influence</a:t>
            </a:r>
          </a:p>
          <a:p>
            <a:pPr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• Name real barriers—they're data, not excuses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RELATIONSHIP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Map Your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Before building, take stock. Who currently influences your growth? This baseline reveals gaps and opportunities.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Manager / Direct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Who directly influences your development and reviews?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Key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2-3 people whose opinion shapes your reputation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202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Potential Sponsors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Who has power and might advocate for you behind closed doors?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Mentors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Who provides guidance, wisdom, or career advice?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Peer Allies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Trusted peers you collaborate with and lean 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29184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1A"/>
                </a:solidFill>
              </a:defRPr>
            </a:pPr>
            <a:r>
              <a:t>External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Networks and groups outside your organization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The 14-Day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Momentum starts with small, visible moves. Your first actions should be achievable wins that create forward motion.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Schedule Your First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Block time for the 3 actions from your roadmap—make them non-negotiable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Track Evidence of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Document wins, feedback, and visibility moments—you'll need this later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Schedule One Strategic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A manager check-in, sponsor touchpoint, or stakeholder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>
                <a:solidFill>
                  <a:srgbClr val="D4A574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1A1A1A"/>
                </a:solidFill>
              </a:defRPr>
            </a:pPr>
            <a:r>
              <a:t>You don't have to be ready. You have to be willing to start before you feel prepared.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Plateaus Are Diagnosable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Skill, Role, or Identity—knowing your type unlocks the right strategy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Hard Work Alone Won't Get You There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Strategic positioning, visibility, and sponsorship matter as much as performance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Patterns Repeat Until Interrupted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Your stuck loop will continue until you make a different choice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29768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434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Momentum Beats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14 days of action creates more clarity than 90 days of thinking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A7B8C"/>
                </a:solidFill>
              </a:defRPr>
            </a:pPr>
            <a:r>
              <a:t>BEFORE NEXT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Your Homework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Complete Your Career Growth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If you didn't finish in session, complete all sections this week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Execute Your First 3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Complete the first moves from your 14-day momentum planner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39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Schedule One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Book a meeting with your manager, sponsor, or key stakeholder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297680"/>
            <a:ext cx="320040" cy="3200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434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Document One 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Capture at least one accomplishment or impact moment this period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A7B8C"/>
                </a:solidFill>
              </a:defRPr>
            </a:pPr>
            <a:r>
              <a:t>EXECUTIVE LEADERSHIP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AF8F5"/>
                </a:solidFill>
              </a:defRPr>
            </a:pPr>
            <a:r>
              <a:t>Your Breakthrough</a:t>
            </a:r>
            <a:br/>
            <a:r>
              <a:t>Starts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You have the diagnosis. You have the roadmap. You have the first moves.</a:t>
            </a:r>
            <a:br/>
            <a:r>
              <a:t>The only thing left is action.</a:t>
            </a:r>
            <a:br/>
            <a:br/>
            <a:r>
              <a:t>Next Module: Strategic Positioning for Promotion — February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